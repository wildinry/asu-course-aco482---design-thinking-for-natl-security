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e4ecdc4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e4ecdc4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e4ecdc4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2e4ecdc4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e4ecdc42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e4ecdc4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a16bedc3e_5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a16bedc3e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e4ecdc4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e4ecdc4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a16bedc3e_4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a16bedc3e_4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USAF-558 - Supply Chain Communication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Carter Vannelli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Matthew Glos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Hao Wang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Ryan Becker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Liuhai Wang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3786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KC-46 Crew Chief seems to be in charge of the </a:t>
            </a:r>
            <a:r>
              <a:rPr lang="en"/>
              <a:t>maintenance</a:t>
            </a:r>
            <a:r>
              <a:rPr lang="en"/>
              <a:t> of the KC-46 pegasus aircraft (from google)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Current parts breakdown they receive lacks crucial information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Leads to inability to properly order specialized equipment needed for repairs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32105" l="0" r="0" t="4918"/>
          <a:stretch/>
        </p:blipFill>
        <p:spPr>
          <a:xfrm>
            <a:off x="4549587" y="573425"/>
            <a:ext cx="4557727" cy="202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8750" y="2650550"/>
            <a:ext cx="3179392" cy="24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3">
            <a:alphaModFix/>
          </a:blip>
          <a:srcRect b="10411" l="4334" r="4242" t="10899"/>
          <a:stretch/>
        </p:blipFill>
        <p:spPr>
          <a:xfrm>
            <a:off x="367374" y="0"/>
            <a:ext cx="845641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7151400" y="586825"/>
            <a:ext cx="1672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KC-46 Aircraft Maintenance Squadron, Aircraft Pilots, Logistics Squadron,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AAR Mobility Systems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775425" y="728225"/>
            <a:ext cx="1672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Improve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efficiency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reliability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of KC-46 Seat Pallet 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repair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procedures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149425" y="309775"/>
            <a:ext cx="1626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Improve the part ordering process for KC-46 systems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2113950" y="2221775"/>
            <a:ext cx="1564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Two Printed ETIMS Catalog seat pallet T. O’s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452475" y="516125"/>
            <a:ext cx="1626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KC-46 Crew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AAR Mobility Systems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486513" y="516125"/>
            <a:ext cx="162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KC-46 Crew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AAR Mobility Systems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USAF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6097325" y="2516050"/>
            <a:ext cx="4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?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2078475" y="4112250"/>
            <a:ext cx="4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?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766400" y="3979075"/>
            <a:ext cx="3648000" cy="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Allow end-users to more efficiently inventory,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order, and maintain equipment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to VPC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Questions focusing on Jobs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61111"/>
              <a:buChar char="○"/>
            </a:pPr>
            <a:r>
              <a:rPr lang="en" sz="1800"/>
              <a:t>What are KC-46 Crew Chiefs and their teams day to day duties?</a:t>
            </a:r>
            <a:endParaRPr sz="1800"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61111"/>
              <a:buChar char="○"/>
            </a:pPr>
            <a:r>
              <a:rPr lang="en" sz="1800"/>
              <a:t>How often do the KC-46 Crew Chiefs order specialized equipment?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Questions </a:t>
            </a:r>
            <a:r>
              <a:rPr lang="en"/>
              <a:t>focusing on </a:t>
            </a:r>
            <a:r>
              <a:rPr lang="en"/>
              <a:t>Pain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61111"/>
              <a:buChar char="○"/>
            </a:pPr>
            <a:r>
              <a:rPr lang="en" sz="1800"/>
              <a:t>What do they not like about ordering equipment? </a:t>
            </a:r>
            <a:endParaRPr sz="1800"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61111"/>
              <a:buChar char="○"/>
            </a:pPr>
            <a:r>
              <a:rPr lang="en" sz="1800"/>
              <a:t>What information is missing from the parts breakdown?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Questions focusing on Gains</a:t>
            </a:r>
            <a:endParaRPr/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SzPct val="61111"/>
              <a:buChar char="○"/>
            </a:pPr>
            <a:r>
              <a:rPr lang="en" sz="1800"/>
              <a:t>What would you like to see in a parts breakdown?</a:t>
            </a:r>
            <a:endParaRPr sz="1800"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800"/>
              <a:t>What do they like about the current way of ordering equipment?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4698"/>
          <a:stretch/>
        </p:blipFill>
        <p:spPr>
          <a:xfrm>
            <a:off x="0" y="0"/>
            <a:ext cx="9143999" cy="540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we want to ask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What are KC-46 Crew Chiefs and their teams day to day duties?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How often do the KC-46 Crew Chiefs order specialized equipment?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On average how many active orders are there waiting to be </a:t>
            </a:r>
            <a:r>
              <a:rPr lang="en" sz="1620"/>
              <a:t>fulfilled</a:t>
            </a:r>
            <a:r>
              <a:rPr lang="en" sz="1620"/>
              <a:t>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How does the current process of ordering work?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What do they like about the current way of ordering equipment?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What do they not like about ordering equipment? 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What information is missing from the </a:t>
            </a:r>
            <a:r>
              <a:rPr lang="en" sz="1620"/>
              <a:t>parts </a:t>
            </a:r>
            <a:r>
              <a:rPr lang="en" sz="1620"/>
              <a:t>breakdown?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What would you like to see in a</a:t>
            </a:r>
            <a:r>
              <a:rPr lang="en" sz="1620"/>
              <a:t> parts </a:t>
            </a:r>
            <a:r>
              <a:rPr lang="en" sz="1620"/>
              <a:t>breakdown?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Is </a:t>
            </a:r>
            <a:r>
              <a:rPr lang="en" sz="1620"/>
              <a:t>there</a:t>
            </a:r>
            <a:r>
              <a:rPr lang="en" sz="1620"/>
              <a:t> a specific reason why third party technical orders like the seats are not </a:t>
            </a:r>
            <a:r>
              <a:rPr lang="en" sz="1620"/>
              <a:t>included</a:t>
            </a:r>
            <a:r>
              <a:rPr lang="en" sz="1620"/>
              <a:t> in the ETIMS catalogue?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Can third party </a:t>
            </a:r>
            <a:r>
              <a:rPr lang="en" sz="1620"/>
              <a:t>technical</a:t>
            </a:r>
            <a:r>
              <a:rPr lang="en" sz="1620"/>
              <a:t> orders be more commonly included in the ETIMS </a:t>
            </a:r>
            <a:r>
              <a:rPr lang="en" sz="1620"/>
              <a:t>catalogue?</a:t>
            </a:r>
            <a:endParaRPr sz="1620"/>
          </a:p>
          <a:p>
            <a:pPr indent="-3314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" sz="1620"/>
              <a:t>Who else can we interview about this subject?</a:t>
            </a:r>
            <a:endParaRPr sz="1620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Interview subjects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367" y="1853845"/>
            <a:ext cx="2963053" cy="30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