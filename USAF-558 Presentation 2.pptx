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d49ef4d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d49ef4d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d49ef4d2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d49ef4d2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2d49ef4d2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2d49ef4d2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d49ef4d2a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d49ef4d2a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d49ef4d2a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d49ef4d2a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d49ef4d2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d49ef4d2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https://www.aarcorp.com/en/newsroom/press-releases/2017/aar-selected-to-provide-kc-46-palletized-seating-to-u.s.-air-force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d49ef4d2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2d49ef4d2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https://shop.aarcorp.com/catalogsearch/result/?q=k97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311700" y="1422475"/>
            <a:ext cx="8354100" cy="20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b="1" lang="en" sz="42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USAF-558 - Supply Chain Communication</a:t>
            </a:r>
            <a:endParaRPr b="1" sz="42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11700" y="2834125"/>
            <a:ext cx="3717000" cy="11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440"/>
              <a:buFont typeface="Arial"/>
              <a:buNone/>
            </a:pPr>
            <a:r>
              <a:rPr lang="en" sz="1540">
                <a:latin typeface="Lato"/>
                <a:ea typeface="Lato"/>
                <a:cs typeface="Lato"/>
                <a:sym typeface="Lato"/>
              </a:rPr>
              <a:t>Carter Vannelli</a:t>
            </a:r>
            <a:endParaRPr sz="154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440"/>
              <a:buFont typeface="Arial"/>
              <a:buNone/>
            </a:pPr>
            <a:r>
              <a:rPr lang="en" sz="1540">
                <a:latin typeface="Lato"/>
                <a:ea typeface="Lato"/>
                <a:cs typeface="Lato"/>
                <a:sym typeface="Lato"/>
              </a:rPr>
              <a:t>Matthew Glos</a:t>
            </a:r>
            <a:endParaRPr sz="154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440"/>
              <a:buFont typeface="Arial"/>
              <a:buNone/>
            </a:pPr>
            <a:r>
              <a:rPr lang="en" sz="1540">
                <a:latin typeface="Lato"/>
                <a:ea typeface="Lato"/>
                <a:cs typeface="Lato"/>
                <a:sym typeface="Lato"/>
              </a:rPr>
              <a:t>Hao Wang</a:t>
            </a:r>
            <a:endParaRPr sz="154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440"/>
              <a:buFont typeface="Arial"/>
              <a:buNone/>
            </a:pPr>
            <a:r>
              <a:rPr lang="en" sz="1540">
                <a:latin typeface="Lato"/>
                <a:ea typeface="Lato"/>
                <a:cs typeface="Lato"/>
                <a:sym typeface="Lato"/>
              </a:rPr>
              <a:t>Ryan Becker</a:t>
            </a:r>
            <a:endParaRPr sz="154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440"/>
              <a:buFont typeface="Arial"/>
              <a:buNone/>
            </a:pPr>
            <a:r>
              <a:rPr lang="en" sz="1540">
                <a:latin typeface="Lato"/>
                <a:ea typeface="Lato"/>
                <a:cs typeface="Lato"/>
                <a:sym typeface="Lato"/>
              </a:rPr>
              <a:t>Liuhai Wang</a:t>
            </a:r>
            <a:endParaRPr sz="154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1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Sponsor Update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Research into the problem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Research into AAR Mobility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Sponsor Update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01/28 - 02/03: Silence…..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02/04: Sponsor 1, Schubert,</a:t>
            </a:r>
            <a:r>
              <a:rPr lang="en" sz="1700">
                <a:solidFill>
                  <a:schemeClr val="dk1"/>
                </a:solidFill>
              </a:rPr>
              <a:t> cancelled </a:t>
            </a:r>
            <a:r>
              <a:rPr lang="en" sz="1700">
                <a:solidFill>
                  <a:schemeClr val="dk1"/>
                </a:solidFill>
              </a:rPr>
              <a:t>sponsorship</a:t>
            </a:r>
            <a:r>
              <a:rPr lang="en" sz="1700">
                <a:solidFill>
                  <a:schemeClr val="dk1"/>
                </a:solidFill>
              </a:rPr>
              <a:t> and appointed Dangelillio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02/04: Made contact with Dangelillio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02/05: Sponsor 2, Porter, cancelled as well, Dangelillio working on getting contacts 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Problem?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05">
                <a:solidFill>
                  <a:schemeClr val="dk1"/>
                </a:solidFill>
              </a:rPr>
              <a:t>KC-46 Crew in charge of loading </a:t>
            </a:r>
            <a:r>
              <a:rPr lang="en" sz="1605">
                <a:solidFill>
                  <a:schemeClr val="dk1"/>
                </a:solidFill>
              </a:rPr>
              <a:t>maintaining seat pallets for </a:t>
            </a:r>
            <a:r>
              <a:rPr lang="en" sz="1605">
                <a:solidFill>
                  <a:schemeClr val="dk1"/>
                </a:solidFill>
              </a:rPr>
              <a:t>KC-46 Pegasus aircraft</a:t>
            </a:r>
            <a:r>
              <a:rPr lang="en" sz="1605">
                <a:solidFill>
                  <a:schemeClr val="dk1"/>
                </a:solidFill>
              </a:rPr>
              <a:t> (</a:t>
            </a:r>
            <a:r>
              <a:rPr lang="en" sz="1605">
                <a:solidFill>
                  <a:schemeClr val="dk1"/>
                </a:solidFill>
              </a:rPr>
              <a:t>a military aerial refueling tanker)</a:t>
            </a:r>
            <a:endParaRPr sz="160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05">
                <a:solidFill>
                  <a:schemeClr val="dk1"/>
                </a:solidFill>
              </a:rPr>
              <a:t>Seat pallets are sourced through AAR Mobility </a:t>
            </a:r>
            <a:endParaRPr sz="160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05">
                <a:solidFill>
                  <a:schemeClr val="dk1"/>
                </a:solidFill>
              </a:rPr>
              <a:t>	Cheap material that breaks often</a:t>
            </a:r>
            <a:endParaRPr sz="160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05">
                <a:solidFill>
                  <a:schemeClr val="dk1"/>
                </a:solidFill>
              </a:rPr>
              <a:t>	Leads to user wanting breakdown for parts, but crucial information is missing</a:t>
            </a:r>
            <a:endParaRPr sz="1605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0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05">
                <a:solidFill>
                  <a:schemeClr val="dk1"/>
                </a:solidFill>
              </a:rPr>
              <a:t>	</a:t>
            </a:r>
            <a:endParaRPr sz="160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ETIMS?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u="sng">
                <a:solidFill>
                  <a:schemeClr val="dk1"/>
                </a:solidFill>
              </a:rPr>
              <a:t>ETIMs</a:t>
            </a:r>
            <a:r>
              <a:rPr lang="en" sz="1600">
                <a:solidFill>
                  <a:schemeClr val="dk1"/>
                </a:solidFill>
              </a:rPr>
              <a:t> is a database used to store Technical Orders and Computer Program Identification Numbers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dk1"/>
                </a:solidFill>
              </a:rPr>
              <a:t>Technical Orders or TOs</a:t>
            </a:r>
            <a:r>
              <a:rPr lang="en" sz="1600">
                <a:solidFill>
                  <a:schemeClr val="dk1"/>
                </a:solidFill>
              </a:rPr>
              <a:t> are military orders containing the authoritative procedures and instructions for operating and maintaining all U.S. Department of the Air Force equipment and systems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u="sng">
                <a:solidFill>
                  <a:schemeClr val="dk1"/>
                </a:solidFill>
              </a:rPr>
              <a:t>Computer Program Identification Numbers or CPINs</a:t>
            </a:r>
            <a:r>
              <a:rPr lang="en" sz="1600">
                <a:solidFill>
                  <a:schemeClr val="dk1"/>
                </a:solidFill>
              </a:rPr>
              <a:t> are a unique code used to identify and manage software programs within the Air Force's technical order system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3632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TO - </a:t>
            </a:r>
            <a:r>
              <a:rPr lang="en"/>
              <a:t>Separating</a:t>
            </a:r>
            <a:r>
              <a:rPr lang="en"/>
              <a:t> metals from parts</a:t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4450" y="712525"/>
            <a:ext cx="4253727" cy="416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AAR Mobility?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Government and commercial </a:t>
            </a:r>
            <a:r>
              <a:rPr lang="en" sz="2000">
                <a:solidFill>
                  <a:schemeClr val="dk1"/>
                </a:solidFill>
              </a:rPr>
              <a:t>aviation provider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Provides maintenance services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Provides a marketplace for plane parts based on part number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Provides USAF with KC-46 seat pallets</a:t>
            </a:r>
            <a:endParaRPr sz="20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05/15/17: AAR was given $5 mil defense contract to help with KC46 seat pallets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0875" y="445022"/>
            <a:ext cx="2948450" cy="82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9450" y="1318650"/>
            <a:ext cx="1986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AAR Catalog Image</a:t>
            </a:r>
            <a:endParaRPr/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750" y="912300"/>
            <a:ext cx="6162048" cy="37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